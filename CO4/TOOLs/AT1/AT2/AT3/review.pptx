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72" r:id="rId4"/>
    <p:sldId id="263" r:id="rId5"/>
    <p:sldId id="259" r:id="rId6"/>
    <p:sldId id="262" r:id="rId7"/>
    <p:sldId id="267" r:id="rId8"/>
    <p:sldId id="268" r:id="rId9"/>
    <p:sldId id="269" r:id="rId10"/>
    <p:sldId id="266" r:id="rId11"/>
    <p:sldId id="270" r:id="rId12"/>
  </p:sldIdLst>
  <p:sldSz cx="18288000" cy="10287000"/>
  <p:notesSz cx="6858000" cy="9144000"/>
  <p:embeddedFontLst>
    <p:embeddedFont>
      <p:font typeface="Open Sans" panose="020B0606030504020204" pitchFamily="34" charset="0"/>
      <p:regular r:id="rId13"/>
      <p:bold r:id="rId14"/>
      <p:italic r:id="rId15"/>
      <p:boldItalic r:id="rId16"/>
    </p:embeddedFont>
    <p:embeddedFont>
      <p:font typeface="Open Sans Bold" panose="020B0806030504020204" charset="0"/>
      <p:regular r:id="rId17"/>
    </p:embeddedFont>
    <p:embeddedFont>
      <p:font typeface="Roboto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22" autoAdjust="0"/>
  </p:normalViewPr>
  <p:slideViewPr>
    <p:cSldViewPr>
      <p:cViewPr varScale="1">
        <p:scale>
          <a:sx n="51" d="100"/>
          <a:sy n="51" d="100"/>
        </p:scale>
        <p:origin x="1378" y="-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50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anara123@gmail.com" userId="3922c62264b0839f" providerId="LiveId" clId="{3D155174-0771-4615-B833-E4329104EB57}"/>
    <pc:docChg chg="undo redo custSel addSld delSld modSld sldOrd">
      <pc:chgData name="lakshmanara123@gmail.com" userId="3922c62264b0839f" providerId="LiveId" clId="{3D155174-0771-4615-B833-E4329104EB57}" dt="2026-08-18T03:48:40.212" v="698" actId="20577"/>
      <pc:docMkLst>
        <pc:docMk/>
      </pc:docMkLst>
      <pc:sldChg chg="delSp modSp mod">
        <pc:chgData name="lakshmanara123@gmail.com" userId="3922c62264b0839f" providerId="LiveId" clId="{3D155174-0771-4615-B833-E4329104EB57}" dt="2026-08-18T03:48:40.212" v="698" actId="20577"/>
        <pc:sldMkLst>
          <pc:docMk/>
          <pc:sldMk cId="0" sldId="256"/>
        </pc:sldMkLst>
        <pc:spChg chg="mod">
          <ac:chgData name="lakshmanara123@gmail.com" userId="3922c62264b0839f" providerId="LiveId" clId="{3D155174-0771-4615-B833-E4329104EB57}" dt="2026-08-18T03:48:40.212" v="698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lakshmanara123@gmail.com" userId="3922c62264b0839f" providerId="LiveId" clId="{3D155174-0771-4615-B833-E4329104EB57}" dt="2026-08-18T03:48:36.654" v="697" actId="20577"/>
          <ac:spMkLst>
            <pc:docMk/>
            <pc:sldMk cId="0" sldId="256"/>
            <ac:spMk id="14" creationId="{00000000-0000-0000-0000-000000000000}"/>
          </ac:spMkLst>
        </pc:spChg>
        <pc:spChg chg="del mod">
          <ac:chgData name="lakshmanara123@gmail.com" userId="3922c62264b0839f" providerId="LiveId" clId="{3D155174-0771-4615-B833-E4329104EB57}" dt="2026-08-17T18:48:52.957" v="686"/>
          <ac:spMkLst>
            <pc:docMk/>
            <pc:sldMk cId="0" sldId="256"/>
            <ac:spMk id="15" creationId="{00000000-0000-0000-0000-000000000000}"/>
          </ac:spMkLst>
        </pc:spChg>
      </pc:sldChg>
      <pc:sldChg chg="addSp delSp modSp mod">
        <pc:chgData name="lakshmanara123@gmail.com" userId="3922c62264b0839f" providerId="LiveId" clId="{3D155174-0771-4615-B833-E4329104EB57}" dt="2026-08-17T18:26:30.398" v="464" actId="21"/>
        <pc:sldMkLst>
          <pc:docMk/>
          <pc:sldMk cId="0" sldId="257"/>
        </pc:sldMkLst>
        <pc:spChg chg="mod">
          <ac:chgData name="lakshmanara123@gmail.com" userId="3922c62264b0839f" providerId="LiveId" clId="{3D155174-0771-4615-B833-E4329104EB57}" dt="2026-08-17T15:19:19.002" v="8" actId="1038"/>
          <ac:spMkLst>
            <pc:docMk/>
            <pc:sldMk cId="0" sldId="257"/>
            <ac:spMk id="3" creationId="{00000000-0000-0000-0000-000000000000}"/>
          </ac:spMkLst>
        </pc:spChg>
        <pc:spChg chg="del">
          <ac:chgData name="lakshmanara123@gmail.com" userId="3922c62264b0839f" providerId="LiveId" clId="{3D155174-0771-4615-B833-E4329104EB57}" dt="2026-08-17T15:18:25.543" v="0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lakshmanara123@gmail.com" userId="3922c62264b0839f" providerId="LiveId" clId="{3D155174-0771-4615-B833-E4329104EB57}" dt="2026-08-17T15:18:31.050" v="3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lakshmanara123@gmail.com" userId="3922c62264b0839f" providerId="LiveId" clId="{3D155174-0771-4615-B833-E4329104EB57}" dt="2026-08-17T15:18:27.859" v="1" actId="478"/>
          <ac:spMkLst>
            <pc:docMk/>
            <pc:sldMk cId="0" sldId="257"/>
            <ac:spMk id="12" creationId="{00000000-0000-0000-0000-000000000000}"/>
          </ac:spMkLst>
        </pc:spChg>
        <pc:spChg chg="del">
          <ac:chgData name="lakshmanara123@gmail.com" userId="3922c62264b0839f" providerId="LiveId" clId="{3D155174-0771-4615-B833-E4329104EB57}" dt="2026-08-17T15:18:36.688" v="5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lakshmanara123@gmail.com" userId="3922c62264b0839f" providerId="LiveId" clId="{3D155174-0771-4615-B833-E4329104EB57}" dt="2026-08-17T15:18:33.134" v="4" actId="478"/>
          <ac:spMkLst>
            <pc:docMk/>
            <pc:sldMk cId="0" sldId="257"/>
            <ac:spMk id="14" creationId="{00000000-0000-0000-0000-000000000000}"/>
          </ac:spMkLst>
        </pc:spChg>
        <pc:grpChg chg="mod">
          <ac:chgData name="lakshmanara123@gmail.com" userId="3922c62264b0839f" providerId="LiveId" clId="{3D155174-0771-4615-B833-E4329104EB57}" dt="2026-08-17T15:18:29.153" v="2" actId="1076"/>
          <ac:grpSpMkLst>
            <pc:docMk/>
            <pc:sldMk cId="0" sldId="257"/>
            <ac:grpSpMk id="2" creationId="{00000000-0000-0000-0000-000000000000}"/>
          </ac:grpSpMkLst>
        </pc:grpChg>
        <pc:picChg chg="add del mod">
          <ac:chgData name="lakshmanara123@gmail.com" userId="3922c62264b0839f" providerId="LiveId" clId="{3D155174-0771-4615-B833-E4329104EB57}" dt="2026-08-17T18:26:30.398" v="464" actId="21"/>
          <ac:picMkLst>
            <pc:docMk/>
            <pc:sldMk cId="0" sldId="257"/>
            <ac:picMk id="15" creationId="{8F200C3C-D3E5-377C-49A8-BA6A4E788879}"/>
          </ac:picMkLst>
        </pc:picChg>
      </pc:sldChg>
      <pc:sldChg chg="addSp delSp modSp mod">
        <pc:chgData name="lakshmanara123@gmail.com" userId="3922c62264b0839f" providerId="LiveId" clId="{3D155174-0771-4615-B833-E4329104EB57}" dt="2026-08-17T18:26:51.656" v="468" actId="1076"/>
        <pc:sldMkLst>
          <pc:docMk/>
          <pc:sldMk cId="0" sldId="258"/>
        </pc:sldMkLst>
        <pc:spChg chg="del">
          <ac:chgData name="lakshmanara123@gmail.com" userId="3922c62264b0839f" providerId="LiveId" clId="{3D155174-0771-4615-B833-E4329104EB57}" dt="2026-08-17T15:26:34.235" v="15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lakshmanara123@gmail.com" userId="3922c62264b0839f" providerId="LiveId" clId="{3D155174-0771-4615-B833-E4329104EB57}" dt="2026-08-17T15:26:42.317" v="16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lakshmanara123@gmail.com" userId="3922c62264b0839f" providerId="LiveId" clId="{3D155174-0771-4615-B833-E4329104EB57}" dt="2026-08-17T15:26:51.205" v="19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lakshmanara123@gmail.com" userId="3922c62264b0839f" providerId="LiveId" clId="{3D155174-0771-4615-B833-E4329104EB57}" dt="2026-08-17T15:26:49.242" v="18" actId="478"/>
          <ac:spMkLst>
            <pc:docMk/>
            <pc:sldMk cId="0" sldId="258"/>
            <ac:spMk id="16" creationId="{00000000-0000-0000-0000-000000000000}"/>
          </ac:spMkLst>
        </pc:spChg>
        <pc:spChg chg="del mod">
          <ac:chgData name="lakshmanara123@gmail.com" userId="3922c62264b0839f" providerId="LiveId" clId="{3D155174-0771-4615-B833-E4329104EB57}" dt="2026-08-17T15:26:32.107" v="14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lakshmanara123@gmail.com" userId="3922c62264b0839f" providerId="LiveId" clId="{3D155174-0771-4615-B833-E4329104EB57}" dt="2026-08-17T15:26:47.262" v="17" actId="478"/>
          <ac:spMkLst>
            <pc:docMk/>
            <pc:sldMk cId="0" sldId="258"/>
            <ac:spMk id="18" creationId="{00000000-0000-0000-0000-000000000000}"/>
          </ac:spMkLst>
        </pc:spChg>
        <pc:spChg chg="add del mod">
          <ac:chgData name="lakshmanara123@gmail.com" userId="3922c62264b0839f" providerId="LiveId" clId="{3D155174-0771-4615-B833-E4329104EB57}" dt="2026-08-17T15:49:41.710" v="187"/>
          <ac:spMkLst>
            <pc:docMk/>
            <pc:sldMk cId="0" sldId="258"/>
            <ac:spMk id="20" creationId="{CB537C67-7D27-121F-D850-61684E3FB5E4}"/>
          </ac:spMkLst>
        </pc:spChg>
        <pc:spChg chg="add mod">
          <ac:chgData name="lakshmanara123@gmail.com" userId="3922c62264b0839f" providerId="LiveId" clId="{3D155174-0771-4615-B833-E4329104EB57}" dt="2026-08-17T16:05:49.100" v="284" actId="1076"/>
          <ac:spMkLst>
            <pc:docMk/>
            <pc:sldMk cId="0" sldId="258"/>
            <ac:spMk id="23" creationId="{854EB6C4-8A77-E957-5AF7-A19418650DD3}"/>
          </ac:spMkLst>
        </pc:spChg>
        <pc:spChg chg="add mod">
          <ac:chgData name="lakshmanara123@gmail.com" userId="3922c62264b0839f" providerId="LiveId" clId="{3D155174-0771-4615-B833-E4329104EB57}" dt="2026-08-17T16:05:42.516" v="283" actId="1076"/>
          <ac:spMkLst>
            <pc:docMk/>
            <pc:sldMk cId="0" sldId="258"/>
            <ac:spMk id="25" creationId="{115162C5-4B60-1178-1D3E-F7EAF2D961EF}"/>
          </ac:spMkLst>
        </pc:spChg>
        <pc:spChg chg="add mod">
          <ac:chgData name="lakshmanara123@gmail.com" userId="3922c62264b0839f" providerId="LiveId" clId="{3D155174-0771-4615-B833-E4329104EB57}" dt="2026-08-17T16:04:19.563" v="251" actId="255"/>
          <ac:spMkLst>
            <pc:docMk/>
            <pc:sldMk cId="0" sldId="258"/>
            <ac:spMk id="26" creationId="{8F501FE7-524C-2A33-D911-BED08F0F5335}"/>
          </ac:spMkLst>
        </pc:spChg>
        <pc:spChg chg="add mod">
          <ac:chgData name="lakshmanara123@gmail.com" userId="3922c62264b0839f" providerId="LiveId" clId="{3D155174-0771-4615-B833-E4329104EB57}" dt="2026-08-17T16:05:34.040" v="282" actId="113"/>
          <ac:spMkLst>
            <pc:docMk/>
            <pc:sldMk cId="0" sldId="258"/>
            <ac:spMk id="27" creationId="{2F3473C7-DA2B-82B4-C943-0A2B3FF913C9}"/>
          </ac:spMkLst>
        </pc:spChg>
        <pc:spChg chg="add mod">
          <ac:chgData name="lakshmanara123@gmail.com" userId="3922c62264b0839f" providerId="LiveId" clId="{3D155174-0771-4615-B833-E4329104EB57}" dt="2026-08-17T16:06:21.922" v="298" actId="1076"/>
          <ac:spMkLst>
            <pc:docMk/>
            <pc:sldMk cId="0" sldId="258"/>
            <ac:spMk id="28" creationId="{111EBEED-E6E8-E83C-5696-C47866D384A8}"/>
          </ac:spMkLst>
        </pc:spChg>
        <pc:graphicFrameChg chg="add mod modGraphic">
          <ac:chgData name="lakshmanara123@gmail.com" userId="3922c62264b0839f" providerId="LiveId" clId="{3D155174-0771-4615-B833-E4329104EB57}" dt="2026-08-17T16:02:55.676" v="223" actId="1076"/>
          <ac:graphicFrameMkLst>
            <pc:docMk/>
            <pc:sldMk cId="0" sldId="258"/>
            <ac:graphicFrameMk id="21" creationId="{335C3260-24A9-03BA-87F7-94ABF46B6785}"/>
          </ac:graphicFrameMkLst>
        </pc:graphicFrameChg>
        <pc:picChg chg="mod">
          <ac:chgData name="lakshmanara123@gmail.com" userId="3922c62264b0839f" providerId="LiveId" clId="{3D155174-0771-4615-B833-E4329104EB57}" dt="2026-08-17T18:26:51.656" v="468" actId="1076"/>
          <ac:picMkLst>
            <pc:docMk/>
            <pc:sldMk cId="0" sldId="258"/>
            <ac:picMk id="19" creationId="{39912DE1-7B90-1470-041A-AE19E079A2BC}"/>
          </ac:picMkLst>
        </pc:picChg>
      </pc:sldChg>
      <pc:sldChg chg="addSp delSp modSp mod">
        <pc:chgData name="lakshmanara123@gmail.com" userId="3922c62264b0839f" providerId="LiveId" clId="{3D155174-0771-4615-B833-E4329104EB57}" dt="2026-08-17T18:26:59.881" v="469" actId="1076"/>
        <pc:sldMkLst>
          <pc:docMk/>
          <pc:sldMk cId="0" sldId="259"/>
        </pc:sldMkLst>
        <pc:spChg chg="mod">
          <ac:chgData name="lakshmanara123@gmail.com" userId="3922c62264b0839f" providerId="LiveId" clId="{3D155174-0771-4615-B833-E4329104EB57}" dt="2026-08-17T16:30:32.833" v="360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lakshmanara123@gmail.com" userId="3922c62264b0839f" providerId="LiveId" clId="{3D155174-0771-4615-B833-E4329104EB57}" dt="2026-08-17T16:30:43.593" v="362" actId="1076"/>
          <ac:spMkLst>
            <pc:docMk/>
            <pc:sldMk cId="0" sldId="259"/>
            <ac:spMk id="6" creationId="{00000000-0000-0000-0000-000000000000}"/>
          </ac:spMkLst>
        </pc:spChg>
        <pc:spChg chg="del">
          <ac:chgData name="lakshmanara123@gmail.com" userId="3922c62264b0839f" providerId="LiveId" clId="{3D155174-0771-4615-B833-E4329104EB57}" dt="2026-08-17T16:13:32.795" v="303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lakshmanara123@gmail.com" userId="3922c62264b0839f" providerId="LiveId" clId="{3D155174-0771-4615-B833-E4329104EB57}" dt="2026-08-17T16:13:25.313" v="299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lakshmanara123@gmail.com" userId="3922c62264b0839f" providerId="LiveId" clId="{3D155174-0771-4615-B833-E4329104EB57}" dt="2026-08-17T16:13:27.288" v="300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lakshmanara123@gmail.com" userId="3922c62264b0839f" providerId="LiveId" clId="{3D155174-0771-4615-B833-E4329104EB57}" dt="2026-08-17T16:13:29.565" v="301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lakshmanara123@gmail.com" userId="3922c62264b0839f" providerId="LiveId" clId="{3D155174-0771-4615-B833-E4329104EB57}" dt="2026-08-17T16:13:31.608" v="302" actId="478"/>
          <ac:spMkLst>
            <pc:docMk/>
            <pc:sldMk cId="0" sldId="259"/>
            <ac:spMk id="14" creationId="{00000000-0000-0000-0000-000000000000}"/>
          </ac:spMkLst>
        </pc:spChg>
        <pc:spChg chg="add mod">
          <ac:chgData name="lakshmanara123@gmail.com" userId="3922c62264b0839f" providerId="LiveId" clId="{3D155174-0771-4615-B833-E4329104EB57}" dt="2026-08-17T16:32:51.509" v="388" actId="1076"/>
          <ac:spMkLst>
            <pc:docMk/>
            <pc:sldMk cId="0" sldId="259"/>
            <ac:spMk id="19" creationId="{9438DBF9-E8FE-8CA5-0A2C-1759CBD9E08E}"/>
          </ac:spMkLst>
        </pc:spChg>
        <pc:spChg chg="add mod">
          <ac:chgData name="lakshmanara123@gmail.com" userId="3922c62264b0839f" providerId="LiveId" clId="{3D155174-0771-4615-B833-E4329104EB57}" dt="2026-08-17T16:33:06.154" v="390" actId="1076"/>
          <ac:spMkLst>
            <pc:docMk/>
            <pc:sldMk cId="0" sldId="259"/>
            <ac:spMk id="21" creationId="{0E0B827D-6484-F603-F754-4D37B8AABF13}"/>
          </ac:spMkLst>
        </pc:spChg>
        <pc:spChg chg="add mod">
          <ac:chgData name="lakshmanara123@gmail.com" userId="3922c62264b0839f" providerId="LiveId" clId="{3D155174-0771-4615-B833-E4329104EB57}" dt="2026-08-17T16:31:10.072" v="366" actId="1076"/>
          <ac:spMkLst>
            <pc:docMk/>
            <pc:sldMk cId="0" sldId="259"/>
            <ac:spMk id="23" creationId="{4E4E87A5-CE7C-55FF-2186-1A9E932E18C5}"/>
          </ac:spMkLst>
        </pc:spChg>
        <pc:spChg chg="add mod">
          <ac:chgData name="lakshmanara123@gmail.com" userId="3922c62264b0839f" providerId="LiveId" clId="{3D155174-0771-4615-B833-E4329104EB57}" dt="2026-08-17T16:31:14.227" v="367" actId="1076"/>
          <ac:spMkLst>
            <pc:docMk/>
            <pc:sldMk cId="0" sldId="259"/>
            <ac:spMk id="25" creationId="{05310166-3E30-0FAA-4D64-D1B9D5C54DCF}"/>
          </ac:spMkLst>
        </pc:spChg>
        <pc:spChg chg="add mod">
          <ac:chgData name="lakshmanara123@gmail.com" userId="3922c62264b0839f" providerId="LiveId" clId="{3D155174-0771-4615-B833-E4329104EB57}" dt="2026-08-17T16:33:19.740" v="395" actId="122"/>
          <ac:spMkLst>
            <pc:docMk/>
            <pc:sldMk cId="0" sldId="259"/>
            <ac:spMk id="26" creationId="{666CE77E-F594-75CE-875D-5E7D67ACEF94}"/>
          </ac:spMkLst>
        </pc:spChg>
        <pc:grpChg chg="mod">
          <ac:chgData name="lakshmanara123@gmail.com" userId="3922c62264b0839f" providerId="LiveId" clId="{3D155174-0771-4615-B833-E4329104EB57}" dt="2026-08-17T16:30:37.800" v="361" actId="1076"/>
          <ac:grpSpMkLst>
            <pc:docMk/>
            <pc:sldMk cId="0" sldId="259"/>
            <ac:grpSpMk id="2" creationId="{00000000-0000-0000-0000-000000000000}"/>
          </ac:grpSpMkLst>
        </pc:grpChg>
        <pc:grpChg chg="mod">
          <ac:chgData name="lakshmanara123@gmail.com" userId="3922c62264b0839f" providerId="LiveId" clId="{3D155174-0771-4615-B833-E4329104EB57}" dt="2026-08-17T16:30:31.710" v="359" actId="1076"/>
          <ac:grpSpMkLst>
            <pc:docMk/>
            <pc:sldMk cId="0" sldId="259"/>
            <ac:grpSpMk id="7" creationId="{00000000-0000-0000-0000-000000000000}"/>
          </ac:grpSpMkLst>
        </pc:grpChg>
        <pc:picChg chg="mod">
          <ac:chgData name="lakshmanara123@gmail.com" userId="3922c62264b0839f" providerId="LiveId" clId="{3D155174-0771-4615-B833-E4329104EB57}" dt="2026-08-17T18:26:59.881" v="469" actId="1076"/>
          <ac:picMkLst>
            <pc:docMk/>
            <pc:sldMk cId="0" sldId="259"/>
            <ac:picMk id="15" creationId="{5C0CE6A3-A43A-CD96-6164-49AB6990A08D}"/>
          </ac:picMkLst>
        </pc:picChg>
        <pc:picChg chg="add mod">
          <ac:chgData name="lakshmanara123@gmail.com" userId="3922c62264b0839f" providerId="LiveId" clId="{3D155174-0771-4615-B833-E4329104EB57}" dt="2026-08-17T16:33:11.520" v="391" actId="1076"/>
          <ac:picMkLst>
            <pc:docMk/>
            <pc:sldMk cId="0" sldId="259"/>
            <ac:picMk id="17" creationId="{BC2B4065-7DD0-779B-7EB6-B6401246A603}"/>
          </ac:picMkLst>
        </pc:picChg>
      </pc:sldChg>
      <pc:sldChg chg="del">
        <pc:chgData name="lakshmanara123@gmail.com" userId="3922c62264b0839f" providerId="LiveId" clId="{3D155174-0771-4615-B833-E4329104EB57}" dt="2026-08-17T15:28:51.716" v="20" actId="2696"/>
        <pc:sldMkLst>
          <pc:docMk/>
          <pc:sldMk cId="0" sldId="260"/>
        </pc:sldMkLst>
      </pc:sldChg>
      <pc:sldChg chg="del">
        <pc:chgData name="lakshmanara123@gmail.com" userId="3922c62264b0839f" providerId="LiveId" clId="{3D155174-0771-4615-B833-E4329104EB57}" dt="2026-08-17T18:17:40.722" v="396" actId="2696"/>
        <pc:sldMkLst>
          <pc:docMk/>
          <pc:sldMk cId="0" sldId="261"/>
        </pc:sldMkLst>
      </pc:sldChg>
      <pc:sldChg chg="addSp delSp modSp mod">
        <pc:chgData name="lakshmanara123@gmail.com" userId="3922c62264b0839f" providerId="LiveId" clId="{3D155174-0771-4615-B833-E4329104EB57}" dt="2026-08-17T18:42:29.822" v="615" actId="20578"/>
        <pc:sldMkLst>
          <pc:docMk/>
          <pc:sldMk cId="0" sldId="262"/>
        </pc:sldMkLst>
        <pc:spChg chg="del mod">
          <ac:chgData name="lakshmanara123@gmail.com" userId="3922c62264b0839f" providerId="LiveId" clId="{3D155174-0771-4615-B833-E4329104EB57}" dt="2026-08-17T18:18:13.648" v="401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lakshmanara123@gmail.com" userId="3922c62264b0839f" providerId="LiveId" clId="{3D155174-0771-4615-B833-E4329104EB57}" dt="2026-08-17T18:18:17.241" v="402" actId="478"/>
          <ac:spMkLst>
            <pc:docMk/>
            <pc:sldMk cId="0" sldId="262"/>
            <ac:spMk id="14" creationId="{00000000-0000-0000-0000-000000000000}"/>
          </ac:spMkLst>
        </pc:spChg>
        <pc:spChg chg="del">
          <ac:chgData name="lakshmanara123@gmail.com" userId="3922c62264b0839f" providerId="LiveId" clId="{3D155174-0771-4615-B833-E4329104EB57}" dt="2026-08-17T18:18:21.397" v="403" actId="478"/>
          <ac:spMkLst>
            <pc:docMk/>
            <pc:sldMk cId="0" sldId="262"/>
            <ac:spMk id="15" creationId="{00000000-0000-0000-0000-000000000000}"/>
          </ac:spMkLst>
        </pc:spChg>
        <pc:spChg chg="del">
          <ac:chgData name="lakshmanara123@gmail.com" userId="3922c62264b0839f" providerId="LiveId" clId="{3D155174-0771-4615-B833-E4329104EB57}" dt="2026-08-17T18:18:24.392" v="404" actId="478"/>
          <ac:spMkLst>
            <pc:docMk/>
            <pc:sldMk cId="0" sldId="262"/>
            <ac:spMk id="16" creationId="{00000000-0000-0000-0000-000000000000}"/>
          </ac:spMkLst>
        </pc:spChg>
        <pc:spChg chg="del">
          <ac:chgData name="lakshmanara123@gmail.com" userId="3922c62264b0839f" providerId="LiveId" clId="{3D155174-0771-4615-B833-E4329104EB57}" dt="2026-08-17T18:18:27.265" v="405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lakshmanara123@gmail.com" userId="3922c62264b0839f" providerId="LiveId" clId="{3D155174-0771-4615-B833-E4329104EB57}" dt="2026-08-17T18:18:31.004" v="406" actId="478"/>
          <ac:spMkLst>
            <pc:docMk/>
            <pc:sldMk cId="0" sldId="262"/>
            <ac:spMk id="19" creationId="{AF8189E7-BE6F-053F-5732-91D92862FCA6}"/>
          </ac:spMkLst>
        </pc:spChg>
        <pc:spChg chg="add mod">
          <ac:chgData name="lakshmanara123@gmail.com" userId="3922c62264b0839f" providerId="LiveId" clId="{3D155174-0771-4615-B833-E4329104EB57}" dt="2026-08-17T18:42:29.822" v="615" actId="20578"/>
          <ac:spMkLst>
            <pc:docMk/>
            <pc:sldMk cId="0" sldId="262"/>
            <ac:spMk id="20" creationId="{A1574C8D-1376-9080-88E8-E7A807F8A9CF}"/>
          </ac:spMkLst>
        </pc:spChg>
        <pc:spChg chg="add mod">
          <ac:chgData name="lakshmanara123@gmail.com" userId="3922c62264b0839f" providerId="LiveId" clId="{3D155174-0771-4615-B833-E4329104EB57}" dt="2026-08-17T18:27:12.800" v="471" actId="1076"/>
          <ac:spMkLst>
            <pc:docMk/>
            <pc:sldMk cId="0" sldId="262"/>
            <ac:spMk id="21" creationId="{5832B5F3-1E89-7D00-31D4-DBB8907582F9}"/>
          </ac:spMkLst>
        </pc:spChg>
        <pc:picChg chg="add mod">
          <ac:chgData name="lakshmanara123@gmail.com" userId="3922c62264b0839f" providerId="LiveId" clId="{3D155174-0771-4615-B833-E4329104EB57}" dt="2026-08-17T18:27:39.203" v="473" actId="1076"/>
          <ac:picMkLst>
            <pc:docMk/>
            <pc:sldMk cId="0" sldId="262"/>
            <ac:picMk id="22" creationId="{AF416FF6-FD24-B452-C19A-457A56319667}"/>
          </ac:picMkLst>
        </pc:picChg>
      </pc:sldChg>
      <pc:sldChg chg="addSp delSp modSp mod ord">
        <pc:chgData name="lakshmanara123@gmail.com" userId="3922c62264b0839f" providerId="LiveId" clId="{3D155174-0771-4615-B833-E4329104EB57}" dt="2026-08-17T18:26:46.582" v="467" actId="1076"/>
        <pc:sldMkLst>
          <pc:docMk/>
          <pc:sldMk cId="0" sldId="263"/>
        </pc:sldMkLst>
        <pc:spChg chg="mod">
          <ac:chgData name="lakshmanara123@gmail.com" userId="3922c62264b0839f" providerId="LiveId" clId="{3D155174-0771-4615-B833-E4329104EB57}" dt="2026-08-17T15:41:24.844" v="164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lakshmanara123@gmail.com" userId="3922c62264b0839f" providerId="LiveId" clId="{3D155174-0771-4615-B833-E4329104EB57}" dt="2026-08-17T15:59:10.838" v="205" actId="1076"/>
          <ac:spMkLst>
            <pc:docMk/>
            <pc:sldMk cId="0" sldId="263"/>
            <ac:spMk id="6" creationId="{00000000-0000-0000-0000-000000000000}"/>
          </ac:spMkLst>
        </pc:spChg>
        <pc:spChg chg="del">
          <ac:chgData name="lakshmanara123@gmail.com" userId="3922c62264b0839f" providerId="LiveId" clId="{3D155174-0771-4615-B833-E4329104EB57}" dt="2026-08-17T15:25:31.296" v="9" actId="478"/>
          <ac:spMkLst>
            <pc:docMk/>
            <pc:sldMk cId="0" sldId="263"/>
            <ac:spMk id="10" creationId="{00000000-0000-0000-0000-000000000000}"/>
          </ac:spMkLst>
        </pc:spChg>
        <pc:spChg chg="del mod">
          <ac:chgData name="lakshmanara123@gmail.com" userId="3922c62264b0839f" providerId="LiveId" clId="{3D155174-0771-4615-B833-E4329104EB57}" dt="2026-08-17T15:36:19.979" v="65" actId="478"/>
          <ac:spMkLst>
            <pc:docMk/>
            <pc:sldMk cId="0" sldId="263"/>
            <ac:spMk id="11" creationId="{00000000-0000-0000-0000-000000000000}"/>
          </ac:spMkLst>
        </pc:spChg>
        <pc:spChg chg="mod">
          <ac:chgData name="lakshmanara123@gmail.com" userId="3922c62264b0839f" providerId="LiveId" clId="{3D155174-0771-4615-B833-E4329104EB57}" dt="2026-08-17T15:59:54.941" v="214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lakshmanara123@gmail.com" userId="3922c62264b0839f" providerId="LiveId" clId="{3D155174-0771-4615-B833-E4329104EB57}" dt="2026-08-17T15:40:55.844" v="142" actId="1076"/>
          <ac:spMkLst>
            <pc:docMk/>
            <pc:sldMk cId="0" sldId="263"/>
            <ac:spMk id="13" creationId="{00000000-0000-0000-0000-000000000000}"/>
          </ac:spMkLst>
        </pc:spChg>
        <pc:grpChg chg="mod">
          <ac:chgData name="lakshmanara123@gmail.com" userId="3922c62264b0839f" providerId="LiveId" clId="{3D155174-0771-4615-B833-E4329104EB57}" dt="2026-08-17T15:41:26.951" v="166" actId="1076"/>
          <ac:grpSpMkLst>
            <pc:docMk/>
            <pc:sldMk cId="0" sldId="263"/>
            <ac:grpSpMk id="2" creationId="{00000000-0000-0000-0000-000000000000}"/>
          </ac:grpSpMkLst>
        </pc:grpChg>
        <pc:grpChg chg="mod">
          <ac:chgData name="lakshmanara123@gmail.com" userId="3922c62264b0839f" providerId="LiveId" clId="{3D155174-0771-4615-B833-E4329104EB57}" dt="2026-08-17T15:59:12.572" v="206" actId="1076"/>
          <ac:grpSpMkLst>
            <pc:docMk/>
            <pc:sldMk cId="0" sldId="263"/>
            <ac:grpSpMk id="7" creationId="{00000000-0000-0000-0000-000000000000}"/>
          </ac:grpSpMkLst>
        </pc:grpChg>
        <pc:picChg chg="add mod">
          <ac:chgData name="lakshmanara123@gmail.com" userId="3922c62264b0839f" providerId="LiveId" clId="{3D155174-0771-4615-B833-E4329104EB57}" dt="2026-08-17T18:26:46.582" v="467" actId="1076"/>
          <ac:picMkLst>
            <pc:docMk/>
            <pc:sldMk cId="0" sldId="263"/>
            <ac:picMk id="10" creationId="{8E35265F-30F7-2E34-7086-EC9DCCF5038A}"/>
          </ac:picMkLst>
        </pc:picChg>
        <pc:picChg chg="add del mod">
          <ac:chgData name="lakshmanara123@gmail.com" userId="3922c62264b0839f" providerId="LiveId" clId="{3D155174-0771-4615-B833-E4329104EB57}" dt="2026-08-17T15:37:16.534" v="81" actId="478"/>
          <ac:picMkLst>
            <pc:docMk/>
            <pc:sldMk cId="0" sldId="263"/>
            <ac:picMk id="15" creationId="{DABAD6AE-A306-C1C7-2945-54013A8DAD40}"/>
          </ac:picMkLst>
        </pc:picChg>
        <pc:picChg chg="add mod modCrop">
          <ac:chgData name="lakshmanara123@gmail.com" userId="3922c62264b0839f" providerId="LiveId" clId="{3D155174-0771-4615-B833-E4329104EB57}" dt="2026-08-17T15:59:48.547" v="213" actId="14100"/>
          <ac:picMkLst>
            <pc:docMk/>
            <pc:sldMk cId="0" sldId="263"/>
            <ac:picMk id="17" creationId="{A2EC396A-4CFF-32B2-993B-61FFB2BCA45F}"/>
          </ac:picMkLst>
        </pc:picChg>
        <pc:picChg chg="add mod modCrop">
          <ac:chgData name="lakshmanara123@gmail.com" userId="3922c62264b0839f" providerId="LiveId" clId="{3D155174-0771-4615-B833-E4329104EB57}" dt="2026-08-17T16:00:30.678" v="217" actId="1076"/>
          <ac:picMkLst>
            <pc:docMk/>
            <pc:sldMk cId="0" sldId="263"/>
            <ac:picMk id="18" creationId="{86B57DEE-9953-14BD-97E7-B616857A54EF}"/>
          </ac:picMkLst>
        </pc:picChg>
      </pc:sldChg>
      <pc:sldChg chg="del">
        <pc:chgData name="lakshmanara123@gmail.com" userId="3922c62264b0839f" providerId="LiveId" clId="{3D155174-0771-4615-B833-E4329104EB57}" dt="2026-08-17T18:17:44.799" v="397" actId="2696"/>
        <pc:sldMkLst>
          <pc:docMk/>
          <pc:sldMk cId="0" sldId="264"/>
        </pc:sldMkLst>
      </pc:sldChg>
      <pc:sldChg chg="del">
        <pc:chgData name="lakshmanara123@gmail.com" userId="3922c62264b0839f" providerId="LiveId" clId="{3D155174-0771-4615-B833-E4329104EB57}" dt="2026-08-17T18:17:51.629" v="398" actId="2696"/>
        <pc:sldMkLst>
          <pc:docMk/>
          <pc:sldMk cId="0" sldId="265"/>
        </pc:sldMkLst>
      </pc:sldChg>
      <pc:sldChg chg="addSp delSp modSp mod">
        <pc:chgData name="lakshmanara123@gmail.com" userId="3922c62264b0839f" providerId="LiveId" clId="{3D155174-0771-4615-B833-E4329104EB57}" dt="2026-08-17T18:48:32.483" v="683" actId="20577"/>
        <pc:sldMkLst>
          <pc:docMk/>
          <pc:sldMk cId="0" sldId="266"/>
        </pc:sldMkLst>
        <pc:spChg chg="del">
          <ac:chgData name="lakshmanara123@gmail.com" userId="3922c62264b0839f" providerId="LiveId" clId="{3D155174-0771-4615-B833-E4329104EB57}" dt="2026-08-17T18:46:48.066" v="649" actId="478"/>
          <ac:spMkLst>
            <pc:docMk/>
            <pc:sldMk cId="0" sldId="266"/>
            <ac:spMk id="7" creationId="{00000000-0000-0000-0000-000000000000}"/>
          </ac:spMkLst>
        </pc:spChg>
        <pc:spChg chg="add mod">
          <ac:chgData name="lakshmanara123@gmail.com" userId="3922c62264b0839f" providerId="LiveId" clId="{3D155174-0771-4615-B833-E4329104EB57}" dt="2026-08-17T18:47:52.942" v="664" actId="1076"/>
          <ac:spMkLst>
            <pc:docMk/>
            <pc:sldMk cId="0" sldId="266"/>
            <ac:spMk id="15" creationId="{30453063-D038-9F78-6E5D-4CBFC1529026}"/>
          </ac:spMkLst>
        </pc:spChg>
        <pc:spChg chg="add mod">
          <ac:chgData name="lakshmanara123@gmail.com" userId="3922c62264b0839f" providerId="LiveId" clId="{3D155174-0771-4615-B833-E4329104EB57}" dt="2026-08-17T18:47:48.112" v="663" actId="1076"/>
          <ac:spMkLst>
            <pc:docMk/>
            <pc:sldMk cId="0" sldId="266"/>
            <ac:spMk id="17" creationId="{C9950C33-34F1-E819-552D-F08488B10483}"/>
          </ac:spMkLst>
        </pc:spChg>
        <pc:spChg chg="add mod">
          <ac:chgData name="lakshmanara123@gmail.com" userId="3922c62264b0839f" providerId="LiveId" clId="{3D155174-0771-4615-B833-E4329104EB57}" dt="2026-08-17T18:48:32.483" v="683" actId="20577"/>
          <ac:spMkLst>
            <pc:docMk/>
            <pc:sldMk cId="0" sldId="266"/>
            <ac:spMk id="18" creationId="{FEA29471-49B5-74B1-1327-49F90175E0A8}"/>
          </ac:spMkLst>
        </pc:spChg>
      </pc:sldChg>
      <pc:sldChg chg="addSp delSp modSp add mod">
        <pc:chgData name="lakshmanara123@gmail.com" userId="3922c62264b0839f" providerId="LiveId" clId="{3D155174-0771-4615-B833-E4329104EB57}" dt="2026-08-17T18:37:09.992" v="576" actId="1076"/>
        <pc:sldMkLst>
          <pc:docMk/>
          <pc:sldMk cId="1963230785" sldId="267"/>
        </pc:sldMkLst>
        <pc:spChg chg="del">
          <ac:chgData name="lakshmanara123@gmail.com" userId="3922c62264b0839f" providerId="LiveId" clId="{3D155174-0771-4615-B833-E4329104EB57}" dt="2026-08-17T18:35:10.966" v="504" actId="478"/>
          <ac:spMkLst>
            <pc:docMk/>
            <pc:sldMk cId="1963230785" sldId="267"/>
            <ac:spMk id="11" creationId="{00000000-0000-0000-0000-000000000000}"/>
          </ac:spMkLst>
        </pc:spChg>
        <pc:spChg chg="del">
          <ac:chgData name="lakshmanara123@gmail.com" userId="3922c62264b0839f" providerId="LiveId" clId="{3D155174-0771-4615-B833-E4329104EB57}" dt="2026-08-17T18:35:56.495" v="516" actId="478"/>
          <ac:spMkLst>
            <pc:docMk/>
            <pc:sldMk cId="1963230785" sldId="267"/>
            <ac:spMk id="12" creationId="{00000000-0000-0000-0000-000000000000}"/>
          </ac:spMkLst>
        </pc:spChg>
        <pc:spChg chg="add del">
          <ac:chgData name="lakshmanara123@gmail.com" userId="3922c62264b0839f" providerId="LiveId" clId="{3D155174-0771-4615-B833-E4329104EB57}" dt="2026-08-17T18:30:47.990" v="478"/>
          <ac:spMkLst>
            <pc:docMk/>
            <pc:sldMk cId="1963230785" sldId="267"/>
            <ac:spMk id="13" creationId="{28B5420E-79FF-AD1B-236E-B588E709D532}"/>
          </ac:spMkLst>
        </pc:spChg>
        <pc:spChg chg="add mod">
          <ac:chgData name="lakshmanara123@gmail.com" userId="3922c62264b0839f" providerId="LiveId" clId="{3D155174-0771-4615-B833-E4329104EB57}" dt="2026-08-17T18:36:03.168" v="519" actId="1076"/>
          <ac:spMkLst>
            <pc:docMk/>
            <pc:sldMk cId="1963230785" sldId="267"/>
            <ac:spMk id="17" creationId="{DF6B6896-77C5-1062-CC81-C03604388B5A}"/>
          </ac:spMkLst>
        </pc:spChg>
        <pc:spChg chg="add del mod">
          <ac:chgData name="lakshmanara123@gmail.com" userId="3922c62264b0839f" providerId="LiveId" clId="{3D155174-0771-4615-B833-E4329104EB57}" dt="2026-08-17T18:35:56.495" v="518"/>
          <ac:spMkLst>
            <pc:docMk/>
            <pc:sldMk cId="1963230785" sldId="267"/>
            <ac:spMk id="18" creationId="{1E335076-1596-4846-71B6-688BA0F666F1}"/>
          </ac:spMkLst>
        </pc:spChg>
        <pc:spChg chg="add mod">
          <ac:chgData name="lakshmanara123@gmail.com" userId="3922c62264b0839f" providerId="LiveId" clId="{3D155174-0771-4615-B833-E4329104EB57}" dt="2026-08-17T18:36:27.086" v="535" actId="1076"/>
          <ac:spMkLst>
            <pc:docMk/>
            <pc:sldMk cId="1963230785" sldId="267"/>
            <ac:spMk id="19" creationId="{34C46CC2-24A4-58CC-4A71-7AC0E570E1CB}"/>
          </ac:spMkLst>
        </pc:spChg>
        <pc:spChg chg="del">
          <ac:chgData name="lakshmanara123@gmail.com" userId="3922c62264b0839f" providerId="LiveId" clId="{3D155174-0771-4615-B833-E4329104EB57}" dt="2026-08-17T18:31:15.158" v="481" actId="478"/>
          <ac:spMkLst>
            <pc:docMk/>
            <pc:sldMk cId="1963230785" sldId="267"/>
            <ac:spMk id="20" creationId="{A1574C8D-1376-9080-88E8-E7A807F8A9CF}"/>
          </ac:spMkLst>
        </pc:spChg>
        <pc:spChg chg="mod">
          <ac:chgData name="lakshmanara123@gmail.com" userId="3922c62264b0839f" providerId="LiveId" clId="{3D155174-0771-4615-B833-E4329104EB57}" dt="2026-08-17T18:37:09.992" v="576" actId="1076"/>
          <ac:spMkLst>
            <pc:docMk/>
            <pc:sldMk cId="1963230785" sldId="267"/>
            <ac:spMk id="21" creationId="{5832B5F3-1E89-7D00-31D4-DBB8907582F9}"/>
          </ac:spMkLst>
        </pc:spChg>
        <pc:picChg chg="add mod">
          <ac:chgData name="lakshmanara123@gmail.com" userId="3922c62264b0839f" providerId="LiveId" clId="{3D155174-0771-4615-B833-E4329104EB57}" dt="2026-08-17T18:36:36.447" v="537" actId="1076"/>
          <ac:picMkLst>
            <pc:docMk/>
            <pc:sldMk cId="1963230785" sldId="267"/>
            <ac:picMk id="15" creationId="{AEEEE823-497B-E333-3ADA-FCFF4FC8AEB0}"/>
          </ac:picMkLst>
        </pc:picChg>
        <pc:picChg chg="mod">
          <ac:chgData name="lakshmanara123@gmail.com" userId="3922c62264b0839f" providerId="LiveId" clId="{3D155174-0771-4615-B833-E4329104EB57}" dt="2026-08-17T18:35:21.095" v="506" actId="1076"/>
          <ac:picMkLst>
            <pc:docMk/>
            <pc:sldMk cId="1963230785" sldId="267"/>
            <ac:picMk id="22" creationId="{AF416FF6-FD24-B452-C19A-457A56319667}"/>
          </ac:picMkLst>
        </pc:picChg>
      </pc:sldChg>
      <pc:sldChg chg="new del">
        <pc:chgData name="lakshmanara123@gmail.com" userId="3922c62264b0839f" providerId="LiveId" clId="{3D155174-0771-4615-B833-E4329104EB57}" dt="2026-08-17T18:30:38.596" v="475" actId="680"/>
        <pc:sldMkLst>
          <pc:docMk/>
          <pc:sldMk cId="2554143665" sldId="267"/>
        </pc:sldMkLst>
      </pc:sldChg>
      <pc:sldChg chg="del">
        <pc:chgData name="lakshmanara123@gmail.com" userId="3922c62264b0839f" providerId="LiveId" clId="{3D155174-0771-4615-B833-E4329104EB57}" dt="2026-08-17T18:18:03.065" v="399" actId="2696"/>
        <pc:sldMkLst>
          <pc:docMk/>
          <pc:sldMk cId="3839068806" sldId="267"/>
        </pc:sldMkLst>
      </pc:sldChg>
      <pc:sldChg chg="addSp delSp modSp add mod">
        <pc:chgData name="lakshmanara123@gmail.com" userId="3922c62264b0839f" providerId="LiveId" clId="{3D155174-0771-4615-B833-E4329104EB57}" dt="2026-08-17T18:40:20.928" v="613" actId="14100"/>
        <pc:sldMkLst>
          <pc:docMk/>
          <pc:sldMk cId="607800773" sldId="268"/>
        </pc:sldMkLst>
        <pc:spChg chg="del">
          <ac:chgData name="lakshmanara123@gmail.com" userId="3922c62264b0839f" providerId="LiveId" clId="{3D155174-0771-4615-B833-E4329104EB57}" dt="2026-08-17T18:38:23.834" v="585" actId="478"/>
          <ac:spMkLst>
            <pc:docMk/>
            <pc:sldMk cId="607800773" sldId="268"/>
            <ac:spMk id="2" creationId="{00000000-0000-0000-0000-000000000000}"/>
          </ac:spMkLst>
        </pc:spChg>
        <pc:spChg chg="del">
          <ac:chgData name="lakshmanara123@gmail.com" userId="3922c62264b0839f" providerId="LiveId" clId="{3D155174-0771-4615-B833-E4329104EB57}" dt="2026-08-17T18:38:23.130" v="584" actId="478"/>
          <ac:spMkLst>
            <pc:docMk/>
            <pc:sldMk cId="607800773" sldId="268"/>
            <ac:spMk id="3" creationId="{00000000-0000-0000-0000-000000000000}"/>
          </ac:spMkLst>
        </pc:spChg>
        <pc:spChg chg="del">
          <ac:chgData name="lakshmanara123@gmail.com" userId="3922c62264b0839f" providerId="LiveId" clId="{3D155174-0771-4615-B833-E4329104EB57}" dt="2026-08-17T18:38:21.772" v="583" actId="478"/>
          <ac:spMkLst>
            <pc:docMk/>
            <pc:sldMk cId="607800773" sldId="268"/>
            <ac:spMk id="7" creationId="{00000000-0000-0000-0000-000000000000}"/>
          </ac:spMkLst>
        </pc:spChg>
        <pc:spChg chg="add">
          <ac:chgData name="lakshmanara123@gmail.com" userId="3922c62264b0839f" providerId="LiveId" clId="{3D155174-0771-4615-B833-E4329104EB57}" dt="2026-08-17T18:39:12.895" v="592"/>
          <ac:spMkLst>
            <pc:docMk/>
            <pc:sldMk cId="607800773" sldId="268"/>
            <ac:spMk id="13" creationId="{21F702B2-7289-BB60-A0F7-0A2248CCFC13}"/>
          </ac:spMkLst>
        </pc:spChg>
        <pc:spChg chg="del">
          <ac:chgData name="lakshmanara123@gmail.com" userId="3922c62264b0839f" providerId="LiveId" clId="{3D155174-0771-4615-B833-E4329104EB57}" dt="2026-08-17T18:37:35.863" v="580" actId="478"/>
          <ac:spMkLst>
            <pc:docMk/>
            <pc:sldMk cId="607800773" sldId="268"/>
            <ac:spMk id="17" creationId="{DF6B6896-77C5-1062-CC81-C03604388B5A}"/>
          </ac:spMkLst>
        </pc:spChg>
        <pc:spChg chg="del">
          <ac:chgData name="lakshmanara123@gmail.com" userId="3922c62264b0839f" providerId="LiveId" clId="{3D155174-0771-4615-B833-E4329104EB57}" dt="2026-08-17T18:37:34.483" v="579" actId="478"/>
          <ac:spMkLst>
            <pc:docMk/>
            <pc:sldMk cId="607800773" sldId="268"/>
            <ac:spMk id="19" creationId="{34C46CC2-24A4-58CC-4A71-7AC0E570E1CB}"/>
          </ac:spMkLst>
        </pc:spChg>
        <pc:grpChg chg="del">
          <ac:chgData name="lakshmanara123@gmail.com" userId="3922c62264b0839f" providerId="LiveId" clId="{3D155174-0771-4615-B833-E4329104EB57}" dt="2026-08-17T18:38:25.401" v="586" actId="478"/>
          <ac:grpSpMkLst>
            <pc:docMk/>
            <pc:sldMk cId="607800773" sldId="268"/>
            <ac:grpSpMk id="4" creationId="{00000000-0000-0000-0000-000000000000}"/>
          </ac:grpSpMkLst>
        </pc:grpChg>
        <pc:picChg chg="add mod">
          <ac:chgData name="lakshmanara123@gmail.com" userId="3922c62264b0839f" providerId="LiveId" clId="{3D155174-0771-4615-B833-E4329104EB57}" dt="2026-08-17T18:40:20.928" v="613" actId="14100"/>
          <ac:picMkLst>
            <pc:docMk/>
            <pc:sldMk cId="607800773" sldId="268"/>
            <ac:picMk id="12" creationId="{E0972DD1-20A1-51B6-7CE1-348D985F6ED6}"/>
          </ac:picMkLst>
        </pc:picChg>
        <pc:picChg chg="del">
          <ac:chgData name="lakshmanara123@gmail.com" userId="3922c62264b0839f" providerId="LiveId" clId="{3D155174-0771-4615-B833-E4329104EB57}" dt="2026-08-17T18:37:32.325" v="578" actId="478"/>
          <ac:picMkLst>
            <pc:docMk/>
            <pc:sldMk cId="607800773" sldId="268"/>
            <ac:picMk id="15" creationId="{AEEEE823-497B-E333-3ADA-FCFF4FC8AEB0}"/>
          </ac:picMkLst>
        </pc:picChg>
        <pc:picChg chg="add mod">
          <ac:chgData name="lakshmanara123@gmail.com" userId="3922c62264b0839f" providerId="LiveId" clId="{3D155174-0771-4615-B833-E4329104EB57}" dt="2026-08-17T18:40:15.423" v="611" actId="14100"/>
          <ac:picMkLst>
            <pc:docMk/>
            <pc:sldMk cId="607800773" sldId="268"/>
            <ac:picMk id="16" creationId="{0331022E-E677-0491-D4A2-2607825F3DA7}"/>
          </ac:picMkLst>
        </pc:picChg>
      </pc:sldChg>
      <pc:sldChg chg="addSp delSp modSp add mod">
        <pc:chgData name="lakshmanara123@gmail.com" userId="3922c62264b0839f" providerId="LiveId" clId="{3D155174-0771-4615-B833-E4329104EB57}" dt="2026-08-17T18:48:01.006" v="665" actId="1076"/>
        <pc:sldMkLst>
          <pc:docMk/>
          <pc:sldMk cId="3617568136" sldId="269"/>
        </pc:sldMkLst>
        <pc:spChg chg="add mod">
          <ac:chgData name="lakshmanara123@gmail.com" userId="3922c62264b0839f" providerId="LiveId" clId="{3D155174-0771-4615-B833-E4329104EB57}" dt="2026-08-17T18:43:03.392" v="619"/>
          <ac:spMkLst>
            <pc:docMk/>
            <pc:sldMk cId="3617568136" sldId="269"/>
            <ac:spMk id="2" creationId="{F5BB4732-7965-D72B-221A-EC33BC319CD6}"/>
          </ac:spMkLst>
        </pc:spChg>
        <pc:spChg chg="add mod">
          <ac:chgData name="lakshmanara123@gmail.com" userId="3922c62264b0839f" providerId="LiveId" clId="{3D155174-0771-4615-B833-E4329104EB57}" dt="2026-08-17T18:43:12.958" v="620"/>
          <ac:spMkLst>
            <pc:docMk/>
            <pc:sldMk cId="3617568136" sldId="269"/>
            <ac:spMk id="3" creationId="{D507776F-E69E-2071-99AD-F4F4588AB39B}"/>
          </ac:spMkLst>
        </pc:spChg>
        <pc:spChg chg="add mod">
          <ac:chgData name="lakshmanara123@gmail.com" userId="3922c62264b0839f" providerId="LiveId" clId="{3D155174-0771-4615-B833-E4329104EB57}" dt="2026-08-17T18:44:36.872" v="634" actId="1076"/>
          <ac:spMkLst>
            <pc:docMk/>
            <pc:sldMk cId="3617568136" sldId="269"/>
            <ac:spMk id="5" creationId="{82BA564B-0641-920A-BD44-A791DE49080C}"/>
          </ac:spMkLst>
        </pc:spChg>
        <pc:spChg chg="add mod">
          <ac:chgData name="lakshmanara123@gmail.com" userId="3922c62264b0839f" providerId="LiveId" clId="{3D155174-0771-4615-B833-E4329104EB57}" dt="2026-08-17T18:44:26.968" v="633" actId="1076"/>
          <ac:spMkLst>
            <pc:docMk/>
            <pc:sldMk cId="3617568136" sldId="269"/>
            <ac:spMk id="7" creationId="{65EF2FEF-0A19-B45A-D6B6-474DFA8A6496}"/>
          </ac:spMkLst>
        </pc:spChg>
        <pc:spChg chg="mod">
          <ac:chgData name="lakshmanara123@gmail.com" userId="3922c62264b0839f" providerId="LiveId" clId="{3D155174-0771-4615-B833-E4329104EB57}" dt="2026-08-17T18:48:01.006" v="665" actId="1076"/>
          <ac:spMkLst>
            <pc:docMk/>
            <pc:sldMk cId="3617568136" sldId="269"/>
            <ac:spMk id="21" creationId="{5832B5F3-1E89-7D00-31D4-DBB8907582F9}"/>
          </ac:spMkLst>
        </pc:spChg>
        <pc:picChg chg="del">
          <ac:chgData name="lakshmanara123@gmail.com" userId="3922c62264b0839f" providerId="LiveId" clId="{3D155174-0771-4615-B833-E4329104EB57}" dt="2026-08-17T18:42:46.245" v="617" actId="478"/>
          <ac:picMkLst>
            <pc:docMk/>
            <pc:sldMk cId="3617568136" sldId="269"/>
            <ac:picMk id="12" creationId="{E0972DD1-20A1-51B6-7CE1-348D985F6ED6}"/>
          </ac:picMkLst>
        </pc:picChg>
        <pc:picChg chg="del">
          <ac:chgData name="lakshmanara123@gmail.com" userId="3922c62264b0839f" providerId="LiveId" clId="{3D155174-0771-4615-B833-E4329104EB57}" dt="2026-08-17T18:42:47.063" v="618" actId="478"/>
          <ac:picMkLst>
            <pc:docMk/>
            <pc:sldMk cId="3617568136" sldId="269"/>
            <ac:picMk id="16" creationId="{0331022E-E677-0491-D4A2-2607825F3DA7}"/>
          </ac:picMkLst>
        </pc:picChg>
      </pc:sldChg>
      <pc:sldChg chg="add">
        <pc:chgData name="lakshmanara123@gmail.com" userId="3922c62264b0839f" providerId="LiveId" clId="{3D155174-0771-4615-B833-E4329104EB57}" dt="2026-08-17T18:46:42.828" v="648" actId="2890"/>
        <pc:sldMkLst>
          <pc:docMk/>
          <pc:sldMk cId="3939423469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48664" y="834301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23086" y="9371717"/>
            <a:ext cx="3086100" cy="30861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201900" y="-139509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3658850" y="-1578220"/>
            <a:ext cx="3086100" cy="308610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0" y="1787113"/>
            <a:ext cx="14142319" cy="443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1"/>
              </a:lnSpc>
            </a:pPr>
            <a:r>
              <a:rPr lang="en-US" sz="6300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Occupancy-Aware Smart Library Seat Reservation with Predictive Demand Analytics</a:t>
            </a:r>
          </a:p>
          <a:p>
            <a:pPr algn="ctr">
              <a:lnSpc>
                <a:spcPts val="8821"/>
              </a:lnSpc>
            </a:pPr>
            <a:endParaRPr lang="en-US" sz="6300" b="1" dirty="0">
              <a:solidFill>
                <a:srgbClr val="31404B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6936188" y="1920463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2738116" y="5747634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982638" y="9016764"/>
            <a:ext cx="9705691" cy="60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8"/>
              </a:lnSpc>
              <a:spcBef>
                <a:spcPct val="0"/>
              </a:spcBef>
            </a:pPr>
            <a:r>
              <a:rPr lang="en-US" sz="3548" dirty="0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E .Lakshmi Narayanan (192524249)( AI&amp;DS)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83547" y="8200832"/>
            <a:ext cx="8517543" cy="605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7"/>
              </a:lnSpc>
              <a:spcBef>
                <a:spcPct val="0"/>
              </a:spcBef>
            </a:pPr>
            <a:r>
              <a:rPr lang="en-US" sz="3548" dirty="0" err="1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JayaKannan</a:t>
            </a:r>
            <a:r>
              <a:rPr lang="en-US" sz="3548" dirty="0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 L(192525376)(AI&amp;ML)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64600" y="8628687"/>
            <a:ext cx="4916136" cy="598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69"/>
              </a:lnSpc>
              <a:spcBef>
                <a:spcPct val="0"/>
              </a:spcBef>
            </a:pPr>
            <a:r>
              <a:rPr lang="en-US" sz="3549" dirty="0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Dr. C. </a:t>
            </a:r>
            <a:r>
              <a:rPr lang="en-US" sz="3549" dirty="0" err="1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Sivasankar</a:t>
            </a:r>
            <a:endParaRPr lang="en-US" sz="3549" dirty="0">
              <a:solidFill>
                <a:srgbClr val="31404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066136" y="7953791"/>
            <a:ext cx="5713065" cy="703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8"/>
              </a:lnSpc>
              <a:spcBef>
                <a:spcPct val="0"/>
              </a:spcBef>
            </a:pPr>
            <a:r>
              <a:rPr lang="en-US" sz="4177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Under the Guidness of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71530" y="7454072"/>
            <a:ext cx="3384649" cy="746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90"/>
              </a:lnSpc>
              <a:spcBef>
                <a:spcPct val="0"/>
              </a:spcBef>
            </a:pPr>
            <a:r>
              <a:rPr lang="en-US" sz="4350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Presented by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28594" y="5297779"/>
            <a:ext cx="11342936" cy="1177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38"/>
              </a:lnSpc>
              <a:spcBef>
                <a:spcPct val="0"/>
              </a:spcBef>
            </a:pPr>
            <a:r>
              <a:rPr lang="en-US" sz="6884" dirty="0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CSA0925-Java programming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4B4F657-C96A-E519-431D-DB6A3087A7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031" y="-35170"/>
            <a:ext cx="13137758" cy="12525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76211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17410" y="8431464"/>
            <a:ext cx="2489663" cy="2494198"/>
          </a:xfrm>
          <a:custGeom>
            <a:avLst/>
            <a:gdLst/>
            <a:ahLst/>
            <a:cxnLst/>
            <a:rect l="l" t="t" r="r" b="b"/>
            <a:pathLst>
              <a:path w="2489663" h="2494198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213955" y="9678563"/>
            <a:ext cx="1216873" cy="12168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5880951" y="-2039434"/>
            <a:ext cx="4071451" cy="4078867"/>
          </a:xfrm>
          <a:custGeom>
            <a:avLst/>
            <a:gdLst/>
            <a:ahLst/>
            <a:cxnLst/>
            <a:rect l="l" t="t" r="r" b="b"/>
            <a:pathLst>
              <a:path w="4071451" h="4078867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6898813" y="-671888"/>
            <a:ext cx="2035726" cy="203572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 flipV="1">
            <a:off x="-160020" y="1028700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2" name="AutoShape 12"/>
          <p:cNvSpPr/>
          <p:nvPr/>
        </p:nvSpPr>
        <p:spPr>
          <a:xfrm flipV="1">
            <a:off x="3430852" y="9248775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pic>
        <p:nvPicPr>
          <p:cNvPr id="19" name="Picture 18" descr="Saveetha Institute of Medical and Technical Sciences -SIMATS ...">
            <a:extLst>
              <a:ext uri="{FF2B5EF4-FFF2-40B4-BE49-F238E27FC236}">
                <a16:creationId xmlns:a16="http://schemas.microsoft.com/office/drawing/2014/main" id="{39912DE1-7B90-1470-041A-AE19E079A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621" y="1189499"/>
            <a:ext cx="1059334" cy="942578"/>
          </a:xfrm>
          <a:prstGeom prst="rect">
            <a:avLst/>
          </a:prstGeom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35C3260-24A9-03BA-87F7-94ABF46B6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986833"/>
              </p:ext>
            </p:extLst>
          </p:nvPr>
        </p:nvGraphicFramePr>
        <p:xfrm>
          <a:off x="1257088" y="2452531"/>
          <a:ext cx="8229600" cy="4114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380139810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6805072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3000" b="1" dirty="0"/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3000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0271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0" dirty="0"/>
                        <a:t>1. Smart Library Seat Reservation &amp; Occupancy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To reserve seats and manage real-time seat availability and occupancy.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771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0" dirty="0"/>
                        <a:t>2. Predictive Demand Analytics &amp; Smart Recommendation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To predict busy periods and recommend suitable seats and time slots.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5085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0"/>
                        <a:t>3. Tracking, Mentor Feedback &amp; Communication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To track usage, collect feedback, and communicate updates with users.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029995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854EB6C4-8A77-E957-5AF7-A19418650DD3}"/>
              </a:ext>
            </a:extLst>
          </p:cNvPr>
          <p:cNvSpPr txBox="1"/>
          <p:nvPr/>
        </p:nvSpPr>
        <p:spPr>
          <a:xfrm>
            <a:off x="10296128" y="2731384"/>
            <a:ext cx="6602685" cy="480131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dirty="0"/>
              <a:t>USER INPUT</a:t>
            </a:r>
          </a:p>
          <a:p>
            <a:pPr algn="ctr"/>
            <a:r>
              <a:rPr lang="en-IN" dirty="0"/>
              <a:t>   ↓</a:t>
            </a:r>
          </a:p>
          <a:p>
            <a:pPr algn="ctr"/>
            <a:r>
              <a:rPr lang="en-IN" dirty="0"/>
              <a:t>Login / Seat Selection / Booking</a:t>
            </a:r>
          </a:p>
          <a:p>
            <a:pPr algn="ctr"/>
            <a:r>
              <a:rPr lang="en-IN" dirty="0"/>
              <a:t>   ↓</a:t>
            </a:r>
          </a:p>
          <a:p>
            <a:pPr algn="ctr"/>
            <a:r>
              <a:rPr lang="en-IN" dirty="0"/>
              <a:t>Reservation &amp; Occupancy Data</a:t>
            </a:r>
          </a:p>
          <a:p>
            <a:pPr algn="ctr"/>
            <a:r>
              <a:rPr lang="en-IN" dirty="0"/>
              <a:t>   ↓</a:t>
            </a:r>
          </a:p>
          <a:p>
            <a:pPr algn="ctr"/>
            <a:r>
              <a:rPr lang="en-IN" dirty="0"/>
              <a:t>DATABASE</a:t>
            </a:r>
          </a:p>
          <a:p>
            <a:pPr algn="ctr"/>
            <a:r>
              <a:rPr lang="en-IN" dirty="0"/>
              <a:t>   ↓</a:t>
            </a:r>
          </a:p>
          <a:p>
            <a:pPr algn="ctr"/>
            <a:r>
              <a:rPr lang="en-IN" dirty="0"/>
              <a:t>Historical &amp; Current Data</a:t>
            </a:r>
          </a:p>
          <a:p>
            <a:pPr algn="ctr"/>
            <a:r>
              <a:rPr lang="en-IN" dirty="0"/>
              <a:t>   ↓</a:t>
            </a:r>
          </a:p>
          <a:p>
            <a:pPr algn="ctr"/>
            <a:r>
              <a:rPr lang="en-IN" dirty="0"/>
              <a:t>Predictive Analysis</a:t>
            </a:r>
          </a:p>
          <a:p>
            <a:pPr algn="ctr"/>
            <a:r>
              <a:rPr lang="en-IN" dirty="0"/>
              <a:t>   ↓</a:t>
            </a:r>
          </a:p>
          <a:p>
            <a:pPr algn="ctr"/>
            <a:r>
              <a:rPr lang="en-IN" dirty="0"/>
              <a:t>Demand Prediction &amp; Recommendations</a:t>
            </a:r>
          </a:p>
          <a:p>
            <a:pPr algn="ctr"/>
            <a:r>
              <a:rPr lang="en-IN" dirty="0"/>
              <a:t>   ↓</a:t>
            </a:r>
          </a:p>
          <a:p>
            <a:pPr algn="ctr"/>
            <a:r>
              <a:rPr lang="en-IN" dirty="0"/>
              <a:t>Reports / Notifications / Feedback</a:t>
            </a:r>
          </a:p>
          <a:p>
            <a:pPr algn="ctr"/>
            <a:r>
              <a:rPr lang="en-IN" dirty="0"/>
              <a:t>   ↓</a:t>
            </a:r>
          </a:p>
          <a:p>
            <a:pPr algn="ctr"/>
            <a:r>
              <a:rPr lang="en-IN" dirty="0"/>
              <a:t>USER / ADMIN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5162C5-4B60-1178-1D3E-F7EAF2D961EF}"/>
              </a:ext>
            </a:extLst>
          </p:cNvPr>
          <p:cNvSpPr txBox="1"/>
          <p:nvPr/>
        </p:nvSpPr>
        <p:spPr>
          <a:xfrm>
            <a:off x="3959424" y="7657459"/>
            <a:ext cx="1049274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dirty="0"/>
              <a:t>User Interface | Reservation &amp; Occupancy Interface | Analytics &amp; Recommendation Interface | Admin Interface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501FE7-524C-2A33-D911-BED08F0F5335}"/>
              </a:ext>
            </a:extLst>
          </p:cNvPr>
          <p:cNvSpPr txBox="1"/>
          <p:nvPr/>
        </p:nvSpPr>
        <p:spPr>
          <a:xfrm>
            <a:off x="3086100" y="1319455"/>
            <a:ext cx="779148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600" b="1" dirty="0"/>
              <a:t>Module Design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3473C7-DA2B-82B4-C943-0A2B3FF913C9}"/>
              </a:ext>
            </a:extLst>
          </p:cNvPr>
          <p:cNvSpPr txBox="1"/>
          <p:nvPr/>
        </p:nvSpPr>
        <p:spPr>
          <a:xfrm>
            <a:off x="3959424" y="6900188"/>
            <a:ext cx="44644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Interfaces used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1EBEED-E6E8-E83C-5696-C47866D384A8}"/>
              </a:ext>
            </a:extLst>
          </p:cNvPr>
          <p:cNvSpPr txBox="1"/>
          <p:nvPr/>
        </p:nvSpPr>
        <p:spPr>
          <a:xfrm>
            <a:off x="10949074" y="2137878"/>
            <a:ext cx="52967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/>
              <a:t>Data 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B4654-5585-569C-CD40-ACC368AE0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FB1A400-207C-7F94-E500-22D71848CBAD}"/>
              </a:ext>
            </a:extLst>
          </p:cNvPr>
          <p:cNvSpPr/>
          <p:nvPr/>
        </p:nvSpPr>
        <p:spPr>
          <a:xfrm>
            <a:off x="-1028700" y="76211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C3DDECD-76CC-5517-AF38-2DF02C4DA209}"/>
              </a:ext>
            </a:extLst>
          </p:cNvPr>
          <p:cNvSpPr/>
          <p:nvPr/>
        </p:nvSpPr>
        <p:spPr>
          <a:xfrm>
            <a:off x="-517410" y="8431464"/>
            <a:ext cx="2489663" cy="2494198"/>
          </a:xfrm>
          <a:custGeom>
            <a:avLst/>
            <a:gdLst/>
            <a:ahLst/>
            <a:cxnLst/>
            <a:rect l="l" t="t" r="r" b="b"/>
            <a:pathLst>
              <a:path w="2489663" h="2494198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9DCD71E-864A-AA34-8566-F5C089D53895}"/>
              </a:ext>
            </a:extLst>
          </p:cNvPr>
          <p:cNvGrpSpPr/>
          <p:nvPr/>
        </p:nvGrpSpPr>
        <p:grpSpPr>
          <a:xfrm>
            <a:off x="2213955" y="9678563"/>
            <a:ext cx="1216873" cy="1216873"/>
            <a:chOff x="0" y="0"/>
            <a:chExt cx="812800" cy="8128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210FA26-26B0-E7F1-7098-C455BFB314E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416D309-96D3-18CF-C556-52F7FFC3B21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E8568A8-8CC0-BFE3-CEAF-B14096476706}"/>
              </a:ext>
            </a:extLst>
          </p:cNvPr>
          <p:cNvSpPr/>
          <p:nvPr/>
        </p:nvSpPr>
        <p:spPr>
          <a:xfrm>
            <a:off x="15880951" y="-2039434"/>
            <a:ext cx="4071451" cy="4078867"/>
          </a:xfrm>
          <a:custGeom>
            <a:avLst/>
            <a:gdLst/>
            <a:ahLst/>
            <a:cxnLst/>
            <a:rect l="l" t="t" r="r" b="b"/>
            <a:pathLst>
              <a:path w="4071451" h="4078867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92E09826-BAAC-DC4A-83E2-B4E3C779B181}"/>
              </a:ext>
            </a:extLst>
          </p:cNvPr>
          <p:cNvGrpSpPr/>
          <p:nvPr/>
        </p:nvGrpSpPr>
        <p:grpSpPr>
          <a:xfrm>
            <a:off x="16898813" y="-671888"/>
            <a:ext cx="2035726" cy="2035726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E208603-03F7-54B8-F9F5-E90A36C9026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31640A57-7D49-96AF-879B-D174BD8887E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AutoShape 11">
            <a:extLst>
              <a:ext uri="{FF2B5EF4-FFF2-40B4-BE49-F238E27FC236}">
                <a16:creationId xmlns:a16="http://schemas.microsoft.com/office/drawing/2014/main" id="{8D88A895-8568-5DC8-11FD-0DE33310B1DB}"/>
              </a:ext>
            </a:extLst>
          </p:cNvPr>
          <p:cNvSpPr/>
          <p:nvPr/>
        </p:nvSpPr>
        <p:spPr>
          <a:xfrm flipV="1">
            <a:off x="-160020" y="1028700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74C189A2-3D93-A7DC-B7B9-09FD469B9B74}"/>
              </a:ext>
            </a:extLst>
          </p:cNvPr>
          <p:cNvSpPr/>
          <p:nvPr/>
        </p:nvSpPr>
        <p:spPr>
          <a:xfrm flipV="1">
            <a:off x="3430852" y="9248775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pic>
        <p:nvPicPr>
          <p:cNvPr id="19" name="Picture 18" descr="Saveetha Institute of Medical and Technical Sciences -SIMATS ...">
            <a:extLst>
              <a:ext uri="{FF2B5EF4-FFF2-40B4-BE49-F238E27FC236}">
                <a16:creationId xmlns:a16="http://schemas.microsoft.com/office/drawing/2014/main" id="{6AFD16FA-3577-7841-1C19-5A9833F4B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621" y="1189499"/>
            <a:ext cx="1059334" cy="942578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6F0A8DA-7F60-862E-5C1B-6B16076FC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635154"/>
              </p:ext>
            </p:extLst>
          </p:nvPr>
        </p:nvGraphicFramePr>
        <p:xfrm>
          <a:off x="3086100" y="1439124"/>
          <a:ext cx="12192000" cy="6925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3758034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2156711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94588402"/>
                    </a:ext>
                  </a:extLst>
                </a:gridCol>
              </a:tblGrid>
              <a:tr h="17313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038365"/>
                  </a:ext>
                </a:extLst>
              </a:tr>
              <a:tr h="1731318">
                <a:tc row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Smart Library Seat Reservation &amp; Occupancy Management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Greedy Seat Allocation Algorithm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Assigns the best available seat quickly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2355473"/>
                  </a:ext>
                </a:extLst>
              </a:tr>
              <a:tr h="1731318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 Map / Hash Table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Maintains real-time seat availability and occupancy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1998740"/>
                  </a:ext>
                </a:extLst>
              </a:tr>
              <a:tr h="1731318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FCFS (First Come First Serve)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reservation requests fairly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5122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1378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57200" y="-2858151"/>
            <a:ext cx="19729171" cy="16927642"/>
            <a:chOff x="0" y="0"/>
            <a:chExt cx="1014692" cy="8706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360579" y="-1248749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1044838" y="2416720"/>
            <a:ext cx="1216873" cy="121687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387514" y="1470094"/>
            <a:ext cx="3246546" cy="1266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40"/>
              </a:lnSpc>
              <a:spcBef>
                <a:spcPct val="0"/>
              </a:spcBef>
            </a:pPr>
            <a:r>
              <a:rPr lang="en-US" sz="3671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Final Module Flow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55568" y="124867"/>
            <a:ext cx="6598890" cy="815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47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Updated Architecture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2EC396A-4CFF-32B2-993B-61FFB2BCA45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58" r="24699" b="3465"/>
          <a:stretch/>
        </p:blipFill>
        <p:spPr>
          <a:xfrm>
            <a:off x="13095846" y="2656689"/>
            <a:ext cx="3829882" cy="65270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6B57DEE-9953-14BD-97E7-B616857A54E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7"/>
          <a:stretch/>
        </p:blipFill>
        <p:spPr>
          <a:xfrm>
            <a:off x="370848" y="1965359"/>
            <a:ext cx="12739826" cy="7909662"/>
          </a:xfrm>
          <a:prstGeom prst="rect">
            <a:avLst/>
          </a:prstGeom>
        </p:spPr>
      </p:pic>
      <p:pic>
        <p:nvPicPr>
          <p:cNvPr id="10" name="Picture 9" descr="Saveetha Institute of Medical and Technical Sciences -SIMATS ...">
            <a:extLst>
              <a:ext uri="{FF2B5EF4-FFF2-40B4-BE49-F238E27FC236}">
                <a16:creationId xmlns:a16="http://schemas.microsoft.com/office/drawing/2014/main" id="{8E35265F-30F7-2E34-7086-EC9DCCF503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6467" y="0"/>
            <a:ext cx="1059334" cy="9425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53144" y="-3065412"/>
            <a:ext cx="19729171" cy="16927642"/>
            <a:chOff x="0" y="0"/>
            <a:chExt cx="1014692" cy="8706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3991897" y="-328922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4208710" y="-787057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1978513" y="2695088"/>
            <a:ext cx="1216873" cy="121687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5" name="Picture 14" descr="Saveetha Institute of Medical and Technical Sciences -SIMATS ...">
            <a:extLst>
              <a:ext uri="{FF2B5EF4-FFF2-40B4-BE49-F238E27FC236}">
                <a16:creationId xmlns:a16="http://schemas.microsoft.com/office/drawing/2014/main" id="{5C0CE6A3-A43A-CD96-6164-49AB6990A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1472" y="542322"/>
            <a:ext cx="1059334" cy="9425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C2B4065-7DD0-779B-7EB6-B6401246A6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533" y="5183935"/>
            <a:ext cx="7891264" cy="52608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438DBF9-E8FE-8CA5-0A2C-1759CBD9E08E}"/>
              </a:ext>
            </a:extLst>
          </p:cNvPr>
          <p:cNvSpPr txBox="1"/>
          <p:nvPr/>
        </p:nvSpPr>
        <p:spPr>
          <a:xfrm>
            <a:off x="1268533" y="1780562"/>
            <a:ext cx="538469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/>
              <a:t>Use Case</a:t>
            </a:r>
          </a:p>
          <a:p>
            <a:r>
              <a:rPr lang="en-US" sz="3000" b="1" dirty="0"/>
              <a:t>Actors:</a:t>
            </a:r>
            <a:r>
              <a:rPr lang="en-US" sz="3000" dirty="0"/>
              <a:t> User, Admin</a:t>
            </a:r>
            <a:br>
              <a:rPr lang="en-US" sz="3000" dirty="0"/>
            </a:br>
            <a:r>
              <a:rPr lang="en-US" sz="3000" b="1" dirty="0"/>
              <a:t>Main Use Cases:</a:t>
            </a:r>
            <a:r>
              <a:rPr lang="en-US" sz="3000" dirty="0"/>
              <a:t> Login, View Seats, Book Seat, Cancel Booking, View Prediction, Get Recommendation, Manage Seats, View Reports.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0B827D-6484-F603-F754-4D37B8AABF13}"/>
              </a:ext>
            </a:extLst>
          </p:cNvPr>
          <p:cNvSpPr txBox="1"/>
          <p:nvPr/>
        </p:nvSpPr>
        <p:spPr>
          <a:xfrm>
            <a:off x="8840558" y="3854982"/>
            <a:ext cx="6868294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/>
              <a:t>User</a:t>
            </a:r>
          </a:p>
          <a:p>
            <a:pPr algn="ctr"/>
            <a:r>
              <a:rPr lang="en-IN" sz="3000" dirty="0"/>
              <a:t>  ↓</a:t>
            </a:r>
          </a:p>
          <a:p>
            <a:pPr algn="ctr"/>
            <a:r>
              <a:rPr lang="en-IN" sz="3000" dirty="0"/>
              <a:t>Reservation</a:t>
            </a:r>
          </a:p>
          <a:p>
            <a:pPr algn="ctr"/>
            <a:r>
              <a:rPr lang="en-IN" sz="3000" dirty="0"/>
              <a:t>  ↓</a:t>
            </a:r>
          </a:p>
          <a:p>
            <a:pPr algn="ctr"/>
            <a:r>
              <a:rPr lang="en-IN" sz="3000" dirty="0"/>
              <a:t>Seat</a:t>
            </a:r>
          </a:p>
          <a:p>
            <a:pPr algn="ctr"/>
            <a:r>
              <a:rPr lang="en-IN" sz="3000" dirty="0"/>
              <a:t>  ↓</a:t>
            </a:r>
          </a:p>
          <a:p>
            <a:pPr algn="ctr"/>
            <a:r>
              <a:rPr lang="en-IN" sz="3000" dirty="0"/>
              <a:t>Occupancy</a:t>
            </a:r>
          </a:p>
          <a:p>
            <a:pPr algn="ctr"/>
            <a:r>
              <a:rPr lang="en-IN" sz="3000" dirty="0"/>
              <a:t>  ↓</a:t>
            </a:r>
          </a:p>
          <a:p>
            <a:pPr algn="ctr"/>
            <a:r>
              <a:rPr lang="en-IN" sz="3000" dirty="0"/>
              <a:t>Prediction</a:t>
            </a:r>
          </a:p>
          <a:p>
            <a:pPr algn="ctr"/>
            <a:r>
              <a:rPr lang="en-IN" sz="3000" dirty="0"/>
              <a:t>  ↓</a:t>
            </a:r>
          </a:p>
          <a:p>
            <a:pPr algn="ctr"/>
            <a:r>
              <a:rPr lang="en-IN" sz="3000" dirty="0"/>
              <a:t>Recommendation</a:t>
            </a:r>
          </a:p>
          <a:p>
            <a:pPr algn="ctr"/>
            <a:r>
              <a:rPr lang="en-IN" sz="3000" dirty="0"/>
              <a:t>  ↓</a:t>
            </a:r>
          </a:p>
          <a:p>
            <a:pPr algn="ctr"/>
            <a:r>
              <a:rPr lang="en-IN" sz="3000" dirty="0"/>
              <a:t>Feedback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4E87A5-CE7C-55FF-2186-1A9E932E18C5}"/>
              </a:ext>
            </a:extLst>
          </p:cNvPr>
          <p:cNvSpPr txBox="1"/>
          <p:nvPr/>
        </p:nvSpPr>
        <p:spPr>
          <a:xfrm>
            <a:off x="8587838" y="2472643"/>
            <a:ext cx="83028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User → Login → View Seats → Select Seat → Book</a:t>
            </a:r>
          </a:p>
          <a:p>
            <a:r>
              <a:rPr lang="en-US" sz="3000" dirty="0"/>
              <a:t> → Database → Confirmation</a:t>
            </a:r>
            <a:endParaRPr lang="en-IN" sz="3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310166-3E30-0FAA-4D64-D1B9D5C54DCF}"/>
              </a:ext>
            </a:extLst>
          </p:cNvPr>
          <p:cNvSpPr txBox="1"/>
          <p:nvPr/>
        </p:nvSpPr>
        <p:spPr>
          <a:xfrm>
            <a:off x="11381501" y="1656079"/>
            <a:ext cx="20136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/>
              <a:t>Sequence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6CE77E-F594-75CE-875D-5E7D67ACEF94}"/>
              </a:ext>
            </a:extLst>
          </p:cNvPr>
          <p:cNvSpPr txBox="1"/>
          <p:nvPr/>
        </p:nvSpPr>
        <p:spPr>
          <a:xfrm>
            <a:off x="6752326" y="777014"/>
            <a:ext cx="41764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UML </a:t>
            </a:r>
            <a:r>
              <a:rPr lang="en-IN" sz="4000" b="1"/>
              <a:t>&amp; DB</a:t>
            </a:r>
            <a:endParaRPr lang="en-IN" sz="40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76211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17410" y="8431464"/>
            <a:ext cx="2489663" cy="2494198"/>
          </a:xfrm>
          <a:custGeom>
            <a:avLst/>
            <a:gdLst/>
            <a:ahLst/>
            <a:cxnLst/>
            <a:rect l="l" t="t" r="r" b="b"/>
            <a:pathLst>
              <a:path w="2489663" h="2494198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213955" y="9678563"/>
            <a:ext cx="1216873" cy="12168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5880951" y="-1693459"/>
            <a:ext cx="4071451" cy="4078867"/>
          </a:xfrm>
          <a:custGeom>
            <a:avLst/>
            <a:gdLst/>
            <a:ahLst/>
            <a:cxnLst/>
            <a:rect l="l" t="t" r="r" b="b"/>
            <a:pathLst>
              <a:path w="4071451" h="4078867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6898813" y="-671888"/>
            <a:ext cx="2035726" cy="203572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 flipV="1">
            <a:off x="-160020" y="1028700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2" name="AutoShape 12"/>
          <p:cNvSpPr/>
          <p:nvPr/>
        </p:nvSpPr>
        <p:spPr>
          <a:xfrm flipV="1">
            <a:off x="3430852" y="9248775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574C8D-1376-9080-88E8-E7A807F8A9CF}"/>
              </a:ext>
            </a:extLst>
          </p:cNvPr>
          <p:cNvSpPr txBox="1"/>
          <p:nvPr/>
        </p:nvSpPr>
        <p:spPr>
          <a:xfrm>
            <a:off x="3086100" y="2337488"/>
            <a:ext cx="9822874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/>
              <a:t>Languages</a:t>
            </a:r>
            <a:endParaRPr lang="en-IN" sz="3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Java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SQL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HTML,JS(front design)</a:t>
            </a:r>
          </a:p>
          <a:p>
            <a:r>
              <a:rPr lang="en-IN" sz="3000" b="1" dirty="0"/>
              <a:t>Frameworks</a:t>
            </a:r>
            <a:endParaRPr lang="en-IN" sz="3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Java Swing / JavaFX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JDBC </a:t>
            </a:r>
          </a:p>
          <a:p>
            <a:r>
              <a:rPr lang="en-IN" sz="3000" b="1" dirty="0"/>
              <a:t>Libraries</a:t>
            </a:r>
            <a:endParaRPr lang="en-IN" sz="3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MySQL Connector/J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 err="1"/>
              <a:t>JFreeChart</a:t>
            </a:r>
            <a:r>
              <a:rPr lang="en-IN" sz="3000" dirty="0"/>
              <a:t>  </a:t>
            </a:r>
          </a:p>
          <a:p>
            <a:r>
              <a:rPr lang="en-IN" sz="3000" b="1" dirty="0"/>
              <a:t>Hardware</a:t>
            </a:r>
            <a:endParaRPr lang="en-IN" sz="3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Computer/Laptop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Server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No IoT devices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32B5F3-1E89-7D00-31D4-DBB8907582F9}"/>
              </a:ext>
            </a:extLst>
          </p:cNvPr>
          <p:cNvSpPr txBox="1"/>
          <p:nvPr/>
        </p:nvSpPr>
        <p:spPr>
          <a:xfrm>
            <a:off x="4469145" y="1284252"/>
            <a:ext cx="7056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Technology</a:t>
            </a:r>
            <a:r>
              <a:rPr lang="en-IN" sz="4000" dirty="0"/>
              <a:t> </a:t>
            </a:r>
            <a:r>
              <a:rPr lang="en-IN" sz="4000" b="1" dirty="0"/>
              <a:t>Stock</a:t>
            </a:r>
          </a:p>
        </p:txBody>
      </p:sp>
      <p:pic>
        <p:nvPicPr>
          <p:cNvPr id="22" name="Picture 21" descr="Saveetha Institute of Medical and Technical Sciences -SIMATS ...">
            <a:extLst>
              <a:ext uri="{FF2B5EF4-FFF2-40B4-BE49-F238E27FC236}">
                <a16:creationId xmlns:a16="http://schemas.microsoft.com/office/drawing/2014/main" id="{AF416FF6-FD24-B452-C19A-457A56319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621" y="1221330"/>
            <a:ext cx="1059334" cy="9425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76211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17410" y="8431464"/>
            <a:ext cx="2489663" cy="2494198"/>
          </a:xfrm>
          <a:custGeom>
            <a:avLst/>
            <a:gdLst/>
            <a:ahLst/>
            <a:cxnLst/>
            <a:rect l="l" t="t" r="r" b="b"/>
            <a:pathLst>
              <a:path w="2489663" h="2494198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213955" y="9678563"/>
            <a:ext cx="1216873" cy="12168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5880951" y="-1693459"/>
            <a:ext cx="4071451" cy="4078867"/>
          </a:xfrm>
          <a:custGeom>
            <a:avLst/>
            <a:gdLst/>
            <a:ahLst/>
            <a:cxnLst/>
            <a:rect l="l" t="t" r="r" b="b"/>
            <a:pathLst>
              <a:path w="4071451" h="4078867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6898813" y="-671888"/>
            <a:ext cx="2035726" cy="203572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832B5F3-1E89-7D00-31D4-DBB8907582F9}"/>
              </a:ext>
            </a:extLst>
          </p:cNvPr>
          <p:cNvSpPr txBox="1"/>
          <p:nvPr/>
        </p:nvSpPr>
        <p:spPr>
          <a:xfrm>
            <a:off x="5809270" y="655952"/>
            <a:ext cx="7056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IMPLEMENTATION</a:t>
            </a:r>
          </a:p>
        </p:txBody>
      </p:sp>
      <p:pic>
        <p:nvPicPr>
          <p:cNvPr id="22" name="Picture 21" descr="Saveetha Institute of Medical and Technical Sciences -SIMATS ...">
            <a:extLst>
              <a:ext uri="{FF2B5EF4-FFF2-40B4-BE49-F238E27FC236}">
                <a16:creationId xmlns:a16="http://schemas.microsoft.com/office/drawing/2014/main" id="{AF416FF6-FD24-B452-C19A-457A56319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595" y="230411"/>
            <a:ext cx="1059334" cy="94257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F6B6896-77C5-1062-CC81-C03604388B5A}"/>
              </a:ext>
            </a:extLst>
          </p:cNvPr>
          <p:cNvSpPr txBox="1"/>
          <p:nvPr/>
        </p:nvSpPr>
        <p:spPr>
          <a:xfrm>
            <a:off x="3839141" y="8258276"/>
            <a:ext cx="1279269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A Java-based library seat reservation system that manages bookings, tracks occupancy, and stores data in a database. The system uses historical reservation data to predict demand and recommend suitable seats and time slots.</a:t>
            </a:r>
            <a:endParaRPr lang="en-IN" sz="3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C46CC2-24A4-58CC-4A71-7AC0E570E1CB}"/>
              </a:ext>
            </a:extLst>
          </p:cNvPr>
          <p:cNvSpPr txBox="1"/>
          <p:nvPr/>
        </p:nvSpPr>
        <p:spPr>
          <a:xfrm>
            <a:off x="3747306" y="7621163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Code summary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27A72D6-5C04-6C94-A3DE-2571475D8E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7306" y="1687116"/>
            <a:ext cx="11161420" cy="515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230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16898813" y="-671888"/>
            <a:ext cx="2035726" cy="203572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832B5F3-1E89-7D00-31D4-DBB8907582F9}"/>
              </a:ext>
            </a:extLst>
          </p:cNvPr>
          <p:cNvSpPr txBox="1"/>
          <p:nvPr/>
        </p:nvSpPr>
        <p:spPr>
          <a:xfrm>
            <a:off x="5809270" y="655952"/>
            <a:ext cx="7056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IMPLEMENTATION</a:t>
            </a:r>
          </a:p>
        </p:txBody>
      </p:sp>
      <p:pic>
        <p:nvPicPr>
          <p:cNvPr id="22" name="Picture 21" descr="Saveetha Institute of Medical and Technical Sciences -SIMATS ...">
            <a:extLst>
              <a:ext uri="{FF2B5EF4-FFF2-40B4-BE49-F238E27FC236}">
                <a16:creationId xmlns:a16="http://schemas.microsoft.com/office/drawing/2014/main" id="{AF416FF6-FD24-B452-C19A-457A56319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595" y="230411"/>
            <a:ext cx="1059334" cy="942578"/>
          </a:xfrm>
          <a:prstGeom prst="rect">
            <a:avLst/>
          </a:prstGeom>
        </p:spPr>
      </p:pic>
      <p:sp>
        <p:nvSpPr>
          <p:cNvPr id="13" name="AutoShape 2">
            <a:extLst>
              <a:ext uri="{FF2B5EF4-FFF2-40B4-BE49-F238E27FC236}">
                <a16:creationId xmlns:a16="http://schemas.microsoft.com/office/drawing/2014/main" id="{21F702B2-7289-BB60-A0F7-0A2248CCFC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331022E-E677-0491-D4A2-2607825F3D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0" y="1548865"/>
            <a:ext cx="9093530" cy="42268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6357B2-E207-D095-356D-69CB0A97DC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922" y="1548865"/>
            <a:ext cx="7966753" cy="47759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77221D-7AB5-4AF6-D2EB-CE828F68AC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344" y="5793909"/>
            <a:ext cx="9378955" cy="449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800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16898813" y="-671888"/>
            <a:ext cx="2035726" cy="203572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832B5F3-1E89-7D00-31D4-DBB8907582F9}"/>
              </a:ext>
            </a:extLst>
          </p:cNvPr>
          <p:cNvSpPr txBox="1"/>
          <p:nvPr/>
        </p:nvSpPr>
        <p:spPr>
          <a:xfrm>
            <a:off x="5185111" y="1006825"/>
            <a:ext cx="7056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TESTING</a:t>
            </a:r>
          </a:p>
        </p:txBody>
      </p:sp>
      <p:pic>
        <p:nvPicPr>
          <p:cNvPr id="22" name="Picture 21" descr="Saveetha Institute of Medical and Technical Sciences -SIMATS ...">
            <a:extLst>
              <a:ext uri="{FF2B5EF4-FFF2-40B4-BE49-F238E27FC236}">
                <a16:creationId xmlns:a16="http://schemas.microsoft.com/office/drawing/2014/main" id="{AF416FF6-FD24-B452-C19A-457A56319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595" y="230411"/>
            <a:ext cx="1059334" cy="942578"/>
          </a:xfrm>
          <a:prstGeom prst="rect">
            <a:avLst/>
          </a:prstGeom>
        </p:spPr>
      </p:pic>
      <p:sp>
        <p:nvSpPr>
          <p:cNvPr id="13" name="AutoShape 2">
            <a:extLst>
              <a:ext uri="{FF2B5EF4-FFF2-40B4-BE49-F238E27FC236}">
                <a16:creationId xmlns:a16="http://schemas.microsoft.com/office/drawing/2014/main" id="{21F702B2-7289-BB60-A0F7-0A2248CCFC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Freeform 7">
            <a:extLst>
              <a:ext uri="{FF2B5EF4-FFF2-40B4-BE49-F238E27FC236}">
                <a16:creationId xmlns:a16="http://schemas.microsoft.com/office/drawing/2014/main" id="{F5BB4732-7965-D72B-221A-EC33BC319CD6}"/>
              </a:ext>
            </a:extLst>
          </p:cNvPr>
          <p:cNvSpPr/>
          <p:nvPr/>
        </p:nvSpPr>
        <p:spPr>
          <a:xfrm>
            <a:off x="15880951" y="-1693459"/>
            <a:ext cx="4071451" cy="4078867"/>
          </a:xfrm>
          <a:custGeom>
            <a:avLst/>
            <a:gdLst/>
            <a:ahLst/>
            <a:cxnLst/>
            <a:rect l="l" t="t" r="r" b="b"/>
            <a:pathLst>
              <a:path w="4071451" h="4078867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D507776F-E69E-2071-99AD-F4F4588AB39B}"/>
              </a:ext>
            </a:extLst>
          </p:cNvPr>
          <p:cNvSpPr/>
          <p:nvPr/>
        </p:nvSpPr>
        <p:spPr>
          <a:xfrm>
            <a:off x="-1028700" y="76211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BA564B-0641-920A-BD44-A791DE49080C}"/>
              </a:ext>
            </a:extLst>
          </p:cNvPr>
          <p:cNvSpPr txBox="1"/>
          <p:nvPr/>
        </p:nvSpPr>
        <p:spPr>
          <a:xfrm>
            <a:off x="1455262" y="2558177"/>
            <a:ext cx="1049274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Unit Tests</a:t>
            </a:r>
            <a:endParaRPr lang="en-US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Test login and user registration.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Test seat booking and cancellation.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Test occupancy and prediction calculations.</a:t>
            </a:r>
          </a:p>
          <a:p>
            <a:r>
              <a:rPr lang="en-US" sz="4000" dirty="0"/>
              <a:t> </a:t>
            </a:r>
          </a:p>
          <a:p>
            <a:r>
              <a:rPr lang="en-US" sz="4000" b="1" dirty="0"/>
              <a:t>Integration Tests</a:t>
            </a:r>
            <a:endParaRPr lang="en-US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Check Java application ↔ MySQL database.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Check reservation ↔ occupancy updates.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Check prediction ↔ recommendation flow. </a:t>
            </a:r>
          </a:p>
          <a:p>
            <a:endParaRPr lang="en-US" sz="3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EF2FEF-0A19-B45A-D6B6-474DFA8A6496}"/>
              </a:ext>
            </a:extLst>
          </p:cNvPr>
          <p:cNvSpPr txBox="1"/>
          <p:nvPr/>
        </p:nvSpPr>
        <p:spPr>
          <a:xfrm>
            <a:off x="10440144" y="2931172"/>
            <a:ext cx="1049274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Outputs</a:t>
            </a:r>
            <a:endParaRPr lang="en-US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Successful login/registration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Seat booking confirmation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Updated seat availability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Demand prediction and recommendations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Reports and notifications 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3617568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76211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17410" y="8431464"/>
            <a:ext cx="2489663" cy="2494198"/>
          </a:xfrm>
          <a:custGeom>
            <a:avLst/>
            <a:gdLst/>
            <a:ahLst/>
            <a:cxnLst/>
            <a:rect l="l" t="t" r="r" b="b"/>
            <a:pathLst>
              <a:path w="2489663" h="2494198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213955" y="9678563"/>
            <a:ext cx="1216873" cy="12168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880951" y="-1693459"/>
            <a:ext cx="4071451" cy="4078867"/>
          </a:xfrm>
          <a:custGeom>
            <a:avLst/>
            <a:gdLst/>
            <a:ahLst/>
            <a:cxnLst/>
            <a:rect l="l" t="t" r="r" b="b"/>
            <a:pathLst>
              <a:path w="4071451" h="4078867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6898813" y="-671888"/>
            <a:ext cx="2035726" cy="203572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 flipV="1">
            <a:off x="-160020" y="1028700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3" name="AutoShape 13"/>
          <p:cNvSpPr/>
          <p:nvPr/>
        </p:nvSpPr>
        <p:spPr>
          <a:xfrm flipV="1">
            <a:off x="3430852" y="9248775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453063-D038-9F78-6E5D-4CBFC1529026}"/>
              </a:ext>
            </a:extLst>
          </p:cNvPr>
          <p:cNvSpPr txBox="1"/>
          <p:nvPr/>
        </p:nvSpPr>
        <p:spPr>
          <a:xfrm>
            <a:off x="7802056" y="3562191"/>
            <a:ext cx="1049274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Issues</a:t>
            </a:r>
            <a:endParaRPr lang="en-US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Managing seat availability and booking conflicts.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Collecting accurate occupancy data without IoT.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Predicting demand from limited historical data. </a:t>
            </a:r>
          </a:p>
          <a:p>
            <a:r>
              <a:rPr lang="en-US" sz="4000" b="1" dirty="0"/>
              <a:t>Solutions</a:t>
            </a:r>
            <a:endParaRPr lang="en-US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Use database validation to avoid double booking.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Use reservation and manual check-in/check-out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Use historical data for demand prediction.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950C33-34F1-E819-552D-F08488B10483}"/>
              </a:ext>
            </a:extLst>
          </p:cNvPr>
          <p:cNvSpPr txBox="1"/>
          <p:nvPr/>
        </p:nvSpPr>
        <p:spPr>
          <a:xfrm>
            <a:off x="727421" y="3658567"/>
            <a:ext cx="104927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Next Plan</a:t>
            </a:r>
            <a:endParaRPr lang="en-US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Improve prediction accuracy.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Add more analytics and reports.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Improve the user interface.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Add more recommendation features.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A29471-49B5-74B1-1327-49F90175E0A8}"/>
              </a:ext>
            </a:extLst>
          </p:cNvPr>
          <p:cNvSpPr txBox="1"/>
          <p:nvPr/>
        </p:nvSpPr>
        <p:spPr>
          <a:xfrm>
            <a:off x="4463480" y="1946503"/>
            <a:ext cx="7056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CHALLENGES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76211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17410" y="8431464"/>
            <a:ext cx="2489663" cy="2494198"/>
          </a:xfrm>
          <a:custGeom>
            <a:avLst/>
            <a:gdLst/>
            <a:ahLst/>
            <a:cxnLst/>
            <a:rect l="l" t="t" r="r" b="b"/>
            <a:pathLst>
              <a:path w="2489663" h="2494198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213955" y="9678563"/>
            <a:ext cx="1216873" cy="12168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645401" y="3270888"/>
            <a:ext cx="8997199" cy="241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0"/>
              </a:lnSpc>
            </a:pPr>
            <a:r>
              <a:rPr lang="en-US" sz="14000" b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Thank You</a:t>
            </a:r>
          </a:p>
        </p:txBody>
      </p:sp>
      <p:sp>
        <p:nvSpPr>
          <p:cNvPr id="8" name="Freeform 8"/>
          <p:cNvSpPr/>
          <p:nvPr/>
        </p:nvSpPr>
        <p:spPr>
          <a:xfrm>
            <a:off x="15880951" y="-1693459"/>
            <a:ext cx="4071451" cy="4078867"/>
          </a:xfrm>
          <a:custGeom>
            <a:avLst/>
            <a:gdLst/>
            <a:ahLst/>
            <a:cxnLst/>
            <a:rect l="l" t="t" r="r" b="b"/>
            <a:pathLst>
              <a:path w="4071451" h="4078867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6898813" y="-671888"/>
            <a:ext cx="2035726" cy="203572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 flipV="1">
            <a:off x="-160020" y="1028700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3" name="AutoShape 13"/>
          <p:cNvSpPr/>
          <p:nvPr/>
        </p:nvSpPr>
        <p:spPr>
          <a:xfrm flipV="1">
            <a:off x="3430852" y="9248775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39423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batch 8</Template>
  <TotalTime>132</TotalTime>
  <Words>502</Words>
  <Application>Microsoft Office PowerPoint</Application>
  <PresentationFormat>Custom</PresentationFormat>
  <Paragraphs>117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Open Sans</vt:lpstr>
      <vt:lpstr>Calibri</vt:lpstr>
      <vt:lpstr>Arial</vt:lpstr>
      <vt:lpstr>Open Sans Bold</vt:lpstr>
      <vt:lpstr>Roboto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lakshmanara123@gmail.com</dc:creator>
  <cp:lastModifiedBy>Jeya Kannan</cp:lastModifiedBy>
  <cp:revision>3</cp:revision>
  <dcterms:created xsi:type="dcterms:W3CDTF">2026-08-17T15:13:58Z</dcterms:created>
  <dcterms:modified xsi:type="dcterms:W3CDTF">2026-08-20T05:31:05Z</dcterms:modified>
  <dc:identifier>DAHRP-9VxMQ</dc:identifier>
</cp:coreProperties>
</file>